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</a:rPr>
              <a:t>Mammogram Viewer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Professional Medical Imaging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</a:rPr>
              <a:t>A Complete Solution for Medical Image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What is Mammogram Viewer?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 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</a:rPr>
              <a:t>comprehensive medical imaging platform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designed for: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Ambulance Services - Upload and manage patient images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Medical Teams - Collaborate on diagnoses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Radiologists - Annotate and report findings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Administrators - Manage licenses and users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Current Challenges in Medical Imaging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❌ Fragmented Systems - Multiple tools for viewing, storing, annotating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❌ No Team Collaboration - Images locked to individual users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❌ Manual Data Entry - Time-consuming patient information input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❌ Limited Access - Can't access images across shifts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❌ No AI Integration - Annotations not ready for machine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Result: Inefficient workflows, delayed diagnoses, poor collaboration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Integrated Medical Imaging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Single Platform - Upload, view, annotate, download in one place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Team Collaboration - Shared access for entire ambulance team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Auto Data Extraction - DICOM metadata automatically filled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24/7 Access - Cloud-based, accessible anytime, anywhere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AI-Ready - Export annotations in multiple formats for 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</a:rPr>
              <a:t>Result: Faster workflows, better collaboration, improved patient care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Complete Feature 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🔐 Secure Authentication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Role-based access control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📤 Smart Upload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Drag-drop, batch upload, auto-fill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🏥 DICOM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Native medical imaging format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👥 Team Collaboration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Shared license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🎨 Advanced Annotation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Multiple tools, AI-ready export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📊 Analytics 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Usage insights and trends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💾 Flexible Storage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Organized by patient folders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🔄 Background 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Automatic thumbnails &amp; conversion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Revolutionary Team Collaboration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</a:rPr>
              <a:t>One License = One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View all images uploaded by team members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Download any image from their ambulance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Annotate any image for collaboration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Delete outdated or incorrect images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✅ Create Reports for any patient case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Benefits: Seamless shift handovers • Multiple radiologists on same case • Complete team visibility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Professional Medical Imaging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DICOM Features: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Auto-Extract Metadata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Patient ID, Name, Age, Sex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Study Date, Modality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No manual data entry!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Advanced Viewing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Window/Level adjustment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Zoom and pan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Measurement tools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Format Conversion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DICOM to PNG for web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Maintains quality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Cached for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Professional Medical Annotation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🔲 Rectangle Tool - Bounding boxes for masses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🔷 Polygon Tool - Irregular shapes, precise boundaries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📍 Point Tool - Mark specific locations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✏️ Freehand Tool - Draw custom shapes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Features: Finding name • Category • Severity • Descriptions • Edit/Delete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Keyboard Shortcuts: R=Rectangle | P=Polygon | F=Freehand | Delete=Remove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AI-Ready Export Formats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</a:rPr>
              <a:t>📄 JSON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Standard data format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</a:rPr>
              <a:t>🏷️ LabelMe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Popular annotation format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</a:rPr>
              <a:t>🎯 COCO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Object detection standard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</a:rPr>
              <a:t>📊 PDF Report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Professional documentation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Benefit: Annotations ready for machine learning without conversion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Data-Driven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📊 System Statistics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Total users, images, annotations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Storage usage • Active licenses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📈 Usage Analytics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Daily/weekly/monthly uploads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Peak usage times • Activity patterns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🚑 Ambulance Performance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Upload activity by ambulance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Quota utilization • Top uploaders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Enterprise-Grade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🔐 Authentication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JWT-based secure authentication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Role-based access control (RBAC)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Admin approval workflow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🛡️ Data Protection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Isolated ambulance data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HTTPS encryption • Regular backups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Compliance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HIPAA-ready architecture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Audit trails • Activity logging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Modern, Scalable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Backend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926080" y="1371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Node.js + Express, TypeScript, PostgreSQL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React + TypeScript, Vite, Tailwind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Infrastructure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30175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Docker, Nginx, Background workers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3840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Database indexing, Cursor pagination, Caching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Quick Deployment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Week 1: Setup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8328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Infrastructure • Database • Deployment • SSL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Week 2: Configuration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2286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Admin account • License templates • User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Week 3: 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Admin training • User training • Documentation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Week 4: Go Live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4114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Pilot • Monitor • Feedback • Full rollout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</a:rPr>
              <a:t>Total Time: 4 weeks from contract to full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Measurable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⚡ Efficiency Gains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80% reduction in data entry time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60% faster image access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50% improvement in collaboration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📈 System Performance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Sub-second image loading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99.9% uptime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Scalable to 1000+ users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💰 ROI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Payback period: 6-12 months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 • Reduced administrative overhead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Why Choose Our Solution?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vs. Traditional PACS Systems: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50-70% cost savings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Weeks vs. months deployment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Modern web interface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vs. Generic File Storage: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Medical-specific features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DICOM support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Annotation tools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vs. Building In-House: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Immediate deployment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Proven solution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✅ Ongoing support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Transform Your Medical Imaging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FF88"/>
                </a:solidFill>
              </a:rPr>
              <a:t>Ready to Get Started?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📞 Schedule a Demo</a:t>
            </a: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💬 Free Consultation</a:t>
            </a: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🚀 Start Free Trial (30 days)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We're here to help.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Contact: [Your Email] | [Your Phone] | [Your Website]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Medical Imaging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Medical Imaging Platform</dc:title>
  <dc:subject>Mammogram Viewer System</dc:subject>
  <dc:creator>Mammogram Viewer Team</dc:creator>
  <cp:lastModifiedBy>Mammogram Viewer Team</cp:lastModifiedBy>
  <cp:revision>1</cp:revision>
  <dcterms:created xsi:type="dcterms:W3CDTF">2025-12-05T10:24:28Z</dcterms:created>
  <dcterms:modified xsi:type="dcterms:W3CDTF">2025-12-05T10:24:28Z</dcterms:modified>
</cp:coreProperties>
</file>